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9C4246-4E3D-47C6-851F-8EBC2F233A31}" v="24" dt="2026-06-30T00:43:06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1028" y="8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ou Emmad" userId="112aa7426e44f9cf" providerId="LiveId" clId="{50798B8E-1C58-47EC-94BC-12D25EFCE867}"/>
    <pc:docChg chg="undo redo custSel modSld">
      <pc:chgData name="Minou Emmad" userId="112aa7426e44f9cf" providerId="LiveId" clId="{50798B8E-1C58-47EC-94BC-12D25EFCE867}" dt="2026-06-30T00:50:37.627" v="225" actId="20577"/>
      <pc:docMkLst>
        <pc:docMk/>
      </pc:docMkLst>
      <pc:sldChg chg="addSp delSp modSp mod">
        <pc:chgData name="Minou Emmad" userId="112aa7426e44f9cf" providerId="LiveId" clId="{50798B8E-1C58-47EC-94BC-12D25EFCE867}" dt="2026-06-30T00:50:37.627" v="225" actId="20577"/>
        <pc:sldMkLst>
          <pc:docMk/>
          <pc:sldMk cId="0" sldId="256"/>
        </pc:sldMkLst>
        <pc:spChg chg="mod">
          <ac:chgData name="Minou Emmad" userId="112aa7426e44f9cf" providerId="LiveId" clId="{50798B8E-1C58-47EC-94BC-12D25EFCE867}" dt="2026-06-30T00:40:21.491" v="18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5:34.072" v="86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5:30.877" v="85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5:45.345" v="89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5:42.592" v="88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5:18.632" v="81" actId="1076"/>
          <ac:spMkLst>
            <pc:docMk/>
            <pc:sldMk cId="0" sldId="256"/>
            <ac:spMk id="13" creationId="{00000000-0000-0000-0000-000000000000}"/>
          </ac:spMkLst>
        </pc:spChg>
        <pc:spChg chg="del">
          <ac:chgData name="Minou Emmad" userId="112aa7426e44f9cf" providerId="LiveId" clId="{50798B8E-1C58-47EC-94BC-12D25EFCE867}" dt="2026-06-30T00:35:16.243" v="80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Minou Emmad" userId="112aa7426e44f9cf" providerId="LiveId" clId="{50798B8E-1C58-47EC-94BC-12D25EFCE867}" dt="2026-06-30T00:35:15.648" v="7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Minou Emmad" userId="112aa7426e44f9cf" providerId="LiveId" clId="{50798B8E-1C58-47EC-94BC-12D25EFCE867}" dt="2026-06-30T00:35:13.732" v="78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5:58.482" v="90" actId="1076"/>
          <ac:spMkLst>
            <pc:docMk/>
            <pc:sldMk cId="0" sldId="256"/>
            <ac:spMk id="17" creationId="{00000000-0000-0000-0000-000000000000}"/>
          </ac:spMkLst>
        </pc:spChg>
        <pc:spChg chg="add del mod">
          <ac:chgData name="Minou Emmad" userId="112aa7426e44f9cf" providerId="LiveId" clId="{50798B8E-1C58-47EC-94BC-12D25EFCE867}" dt="2026-06-30T00:40:11.099" v="177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9:32.490" v="148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6:53.501" v="96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6:57.513" v="97" actId="1076"/>
          <ac:spMkLst>
            <pc:docMk/>
            <pc:sldMk cId="0" sldId="256"/>
            <ac:spMk id="22" creationId="{00000000-0000-0000-0000-000000000000}"/>
          </ac:spMkLst>
        </pc:spChg>
        <pc:spChg chg="mod ord">
          <ac:chgData name="Minou Emmad" userId="112aa7426e44f9cf" providerId="LiveId" clId="{50798B8E-1C58-47EC-94BC-12D25EFCE867}" dt="2026-06-30T00:42:45.575" v="200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42:32.108" v="196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42:42.680" v="199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42:40.199" v="198" actId="1076"/>
          <ac:spMkLst>
            <pc:docMk/>
            <pc:sldMk cId="0" sldId="256"/>
            <ac:spMk id="26" creationId="{00000000-0000-0000-0000-000000000000}"/>
          </ac:spMkLst>
        </pc:spChg>
        <pc:spChg chg="del">
          <ac:chgData name="Minou Emmad" userId="112aa7426e44f9cf" providerId="LiveId" clId="{50798B8E-1C58-47EC-94BC-12D25EFCE867}" dt="2026-06-30T00:27:55.219" v="14" actId="478"/>
          <ac:spMkLst>
            <pc:docMk/>
            <pc:sldMk cId="0" sldId="256"/>
            <ac:spMk id="27" creationId="{00000000-0000-0000-0000-000000000000}"/>
          </ac:spMkLst>
        </pc:spChg>
        <pc:spChg chg="add del mod">
          <ac:chgData name="Minou Emmad" userId="112aa7426e44f9cf" providerId="LiveId" clId="{50798B8E-1C58-47EC-94BC-12D25EFCE867}" dt="2026-06-30T00:40:06.512" v="172" actId="478"/>
          <ac:spMkLst>
            <pc:docMk/>
            <pc:sldMk cId="0" sldId="256"/>
            <ac:spMk id="28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50:37.627" v="225" actId="20577"/>
          <ac:spMkLst>
            <pc:docMk/>
            <pc:sldMk cId="0" sldId="256"/>
            <ac:spMk id="30" creationId="{00000000-0000-0000-0000-000000000000}"/>
          </ac:spMkLst>
        </pc:spChg>
        <pc:spChg chg="add del mod">
          <ac:chgData name="Minou Emmad" userId="112aa7426e44f9cf" providerId="LiveId" clId="{50798B8E-1C58-47EC-94BC-12D25EFCE867}" dt="2026-06-30T00:42:57.258" v="206" actId="1076"/>
          <ac:spMkLst>
            <pc:docMk/>
            <pc:sldMk cId="0" sldId="256"/>
            <ac:spMk id="32" creationId="{00000000-0000-0000-0000-000000000000}"/>
          </ac:spMkLst>
        </pc:spChg>
        <pc:spChg chg="add del">
          <ac:chgData name="Minou Emmad" userId="112aa7426e44f9cf" providerId="LiveId" clId="{50798B8E-1C58-47EC-94BC-12D25EFCE867}" dt="2026-06-30T00:39:20.865" v="132" actId="478"/>
          <ac:spMkLst>
            <pc:docMk/>
            <pc:sldMk cId="0" sldId="256"/>
            <ac:spMk id="35" creationId="{00000000-0000-0000-0000-000000000000}"/>
          </ac:spMkLst>
        </pc:spChg>
        <pc:spChg chg="add del">
          <ac:chgData name="Minou Emmad" userId="112aa7426e44f9cf" providerId="LiveId" clId="{50798B8E-1C58-47EC-94BC-12D25EFCE867}" dt="2026-06-30T00:39:19.848" v="128" actId="478"/>
          <ac:spMkLst>
            <pc:docMk/>
            <pc:sldMk cId="0" sldId="256"/>
            <ac:spMk id="37" creationId="{00000000-0000-0000-0000-000000000000}"/>
          </ac:spMkLst>
        </pc:spChg>
        <pc:spChg chg="add del">
          <ac:chgData name="Minou Emmad" userId="112aa7426e44f9cf" providerId="LiveId" clId="{50798B8E-1C58-47EC-94BC-12D25EFCE867}" dt="2026-06-30T00:39:19.301" v="127" actId="478"/>
          <ac:spMkLst>
            <pc:docMk/>
            <pc:sldMk cId="0" sldId="256"/>
            <ac:spMk id="38" creationId="{00000000-0000-0000-0000-000000000000}"/>
          </ac:spMkLst>
        </pc:spChg>
        <pc:spChg chg="add del">
          <ac:chgData name="Minou Emmad" userId="112aa7426e44f9cf" providerId="LiveId" clId="{50798B8E-1C58-47EC-94BC-12D25EFCE867}" dt="2026-06-30T00:39:20.179" v="130" actId="478"/>
          <ac:spMkLst>
            <pc:docMk/>
            <pc:sldMk cId="0" sldId="256"/>
            <ac:spMk id="39" creationId="{00000000-0000-0000-0000-000000000000}"/>
          </ac:spMkLst>
        </pc:spChg>
        <pc:spChg chg="add del">
          <ac:chgData name="Minou Emmad" userId="112aa7426e44f9cf" providerId="LiveId" clId="{50798B8E-1C58-47EC-94BC-12D25EFCE867}" dt="2026-06-30T00:39:20.019" v="129" actId="478"/>
          <ac:spMkLst>
            <pc:docMk/>
            <pc:sldMk cId="0" sldId="256"/>
            <ac:spMk id="50" creationId="{00000000-0000-0000-0000-000000000000}"/>
          </ac:spMkLst>
        </pc:spChg>
        <pc:spChg chg="add del">
          <ac:chgData name="Minou Emmad" userId="112aa7426e44f9cf" providerId="LiveId" clId="{50798B8E-1C58-47EC-94BC-12D25EFCE867}" dt="2026-06-30T00:39:20.352" v="131" actId="478"/>
          <ac:spMkLst>
            <pc:docMk/>
            <pc:sldMk cId="0" sldId="256"/>
            <ac:spMk id="53" creationId="{00000000-0000-0000-0000-000000000000}"/>
          </ac:spMkLst>
        </pc:spChg>
        <pc:spChg chg="add del mod">
          <ac:chgData name="Minou Emmad" userId="112aa7426e44f9cf" providerId="LiveId" clId="{50798B8E-1C58-47EC-94BC-12D25EFCE867}" dt="2026-06-30T00:42:56.656" v="205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43:19.872" v="211" actId="1076"/>
          <ac:spMkLst>
            <pc:docMk/>
            <pc:sldMk cId="0" sldId="256"/>
            <ac:spMk id="62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39:56.766" v="161" actId="478"/>
          <ac:spMkLst>
            <pc:docMk/>
            <pc:sldMk cId="0" sldId="256"/>
            <ac:spMk id="63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39:57.438" v="162" actId="478"/>
          <ac:spMkLst>
            <pc:docMk/>
            <pc:sldMk cId="0" sldId="256"/>
            <ac:spMk id="64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39:55.854" v="160" actId="478"/>
          <ac:spMkLst>
            <pc:docMk/>
            <pc:sldMk cId="0" sldId="256"/>
            <ac:spMk id="65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39:58.593" v="164" actId="478"/>
          <ac:spMkLst>
            <pc:docMk/>
            <pc:sldMk cId="0" sldId="256"/>
            <ac:spMk id="66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39:58.033" v="163" actId="478"/>
          <ac:spMkLst>
            <pc:docMk/>
            <pc:sldMk cId="0" sldId="256"/>
            <ac:spMk id="67" creationId="{00000000-0000-0000-0000-000000000000}"/>
          </ac:spMkLst>
        </pc:spChg>
        <pc:spChg chg="del">
          <ac:chgData name="Minou Emmad" userId="112aa7426e44f9cf" providerId="LiveId" clId="{50798B8E-1C58-47EC-94BC-12D25EFCE867}" dt="2026-06-30T00:30:37.749" v="47" actId="478"/>
          <ac:spMkLst>
            <pc:docMk/>
            <pc:sldMk cId="0" sldId="256"/>
            <ac:spMk id="68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03.784" v="168" actId="478"/>
          <ac:spMkLst>
            <pc:docMk/>
            <pc:sldMk cId="0" sldId="256"/>
            <ac:spMk id="69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39:59.468" v="165" actId="478"/>
          <ac:spMkLst>
            <pc:docMk/>
            <pc:sldMk cId="0" sldId="256"/>
            <ac:spMk id="70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04.577" v="169" actId="478"/>
          <ac:spMkLst>
            <pc:docMk/>
            <pc:sldMk cId="0" sldId="256"/>
            <ac:spMk id="71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08.299" v="174" actId="478"/>
          <ac:spMkLst>
            <pc:docMk/>
            <pc:sldMk cId="0" sldId="256"/>
            <ac:spMk id="72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17.519" v="179" actId="478"/>
          <ac:spMkLst>
            <pc:docMk/>
            <pc:sldMk cId="0" sldId="256"/>
            <ac:spMk id="73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02.603" v="167" actId="478"/>
          <ac:spMkLst>
            <pc:docMk/>
            <pc:sldMk cId="0" sldId="256"/>
            <ac:spMk id="74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00.103" v="166" actId="478"/>
          <ac:spMkLst>
            <pc:docMk/>
            <pc:sldMk cId="0" sldId="256"/>
            <ac:spMk id="75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06.512" v="172" actId="478"/>
          <ac:spMkLst>
            <pc:docMk/>
            <pc:sldMk cId="0" sldId="256"/>
            <ac:spMk id="76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07.285" v="173" actId="478"/>
          <ac:spMkLst>
            <pc:docMk/>
            <pc:sldMk cId="0" sldId="256"/>
            <ac:spMk id="77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16.307" v="178" actId="478"/>
          <ac:spMkLst>
            <pc:docMk/>
            <pc:sldMk cId="0" sldId="256"/>
            <ac:spMk id="78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40:09.543" v="175" actId="478"/>
          <ac:spMkLst>
            <pc:docMk/>
            <pc:sldMk cId="0" sldId="256"/>
            <ac:spMk id="79" creationId="{00000000-0000-0000-0000-000000000000}"/>
          </ac:spMkLst>
        </pc:spChg>
        <pc:spChg chg="del mod">
          <ac:chgData name="Minou Emmad" userId="112aa7426e44f9cf" providerId="LiveId" clId="{50798B8E-1C58-47EC-94BC-12D25EFCE867}" dt="2026-06-30T00:39:50.380" v="153" actId="478"/>
          <ac:spMkLst>
            <pc:docMk/>
            <pc:sldMk cId="0" sldId="256"/>
            <ac:spMk id="80" creationId="{00000000-0000-0000-0000-000000000000}"/>
          </ac:spMkLst>
        </pc:spChg>
        <pc:spChg chg="add del">
          <ac:chgData name="Minou Emmad" userId="112aa7426e44f9cf" providerId="LiveId" clId="{50798B8E-1C58-47EC-94BC-12D25EFCE867}" dt="2026-06-30T00:37:21.353" v="101" actId="478"/>
          <ac:spMkLst>
            <pc:docMk/>
            <pc:sldMk cId="0" sldId="256"/>
            <ac:spMk id="87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1:59.689" v="59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Minou Emmad" userId="112aa7426e44f9cf" providerId="LiveId" clId="{50798B8E-1C58-47EC-94BC-12D25EFCE867}" dt="2026-06-30T00:31:48.838" v="58" actId="1076"/>
          <ac:spMkLst>
            <pc:docMk/>
            <pc:sldMk cId="0" sldId="256"/>
            <ac:spMk id="90" creationId="{00000000-0000-0000-0000-000000000000}"/>
          </ac:spMkLst>
        </pc:spChg>
        <pc:spChg chg="add mod">
          <ac:chgData name="Minou Emmad" userId="112aa7426e44f9cf" providerId="LiveId" clId="{50798B8E-1C58-47EC-94BC-12D25EFCE867}" dt="2026-06-30T00:27:58.833" v="16" actId="1076"/>
          <ac:spMkLst>
            <pc:docMk/>
            <pc:sldMk cId="0" sldId="256"/>
            <ac:spMk id="92" creationId="{3FB3000D-F581-D48A-79BD-0158B08B2877}"/>
          </ac:spMkLst>
        </pc:spChg>
        <pc:spChg chg="add mod">
          <ac:chgData name="Minou Emmad" userId="112aa7426e44f9cf" providerId="LiveId" clId="{50798B8E-1C58-47EC-94BC-12D25EFCE867}" dt="2026-06-30T00:28:11.104" v="19" actId="571"/>
          <ac:spMkLst>
            <pc:docMk/>
            <pc:sldMk cId="0" sldId="256"/>
            <ac:spMk id="93" creationId="{8D052D8E-4E0A-EF90-8A31-EC00897EF5F1}"/>
          </ac:spMkLst>
        </pc:spChg>
        <pc:spChg chg="add mod">
          <ac:chgData name="Minou Emmad" userId="112aa7426e44f9cf" providerId="LiveId" clId="{50798B8E-1C58-47EC-94BC-12D25EFCE867}" dt="2026-06-30T00:29:31.907" v="38" actId="571"/>
          <ac:spMkLst>
            <pc:docMk/>
            <pc:sldMk cId="0" sldId="256"/>
            <ac:spMk id="94" creationId="{6626B301-9F7F-0F6A-50A8-1F4864606DF3}"/>
          </ac:spMkLst>
        </pc:spChg>
        <pc:spChg chg="add mod">
          <ac:chgData name="Minou Emmad" userId="112aa7426e44f9cf" providerId="LiveId" clId="{50798B8E-1C58-47EC-94BC-12D25EFCE867}" dt="2026-06-30T00:29:31.642" v="37" actId="571"/>
          <ac:spMkLst>
            <pc:docMk/>
            <pc:sldMk cId="0" sldId="256"/>
            <ac:spMk id="95" creationId="{46FDC7FA-66C4-BD7F-C3A0-F2CCD48EDE97}"/>
          </ac:spMkLst>
        </pc:spChg>
        <pc:spChg chg="add mod">
          <ac:chgData name="Minou Emmad" userId="112aa7426e44f9cf" providerId="LiveId" clId="{50798B8E-1C58-47EC-94BC-12D25EFCE867}" dt="2026-06-30T00:29:31.642" v="37" actId="571"/>
          <ac:spMkLst>
            <pc:docMk/>
            <pc:sldMk cId="0" sldId="256"/>
            <ac:spMk id="96" creationId="{3B9F7058-79C7-40BC-308B-B17FB24A52BE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97" creationId="{5EFEF852-3278-6317-3992-48CDC3BE0D13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98" creationId="{56C91C3F-D39B-D32C-E068-FBC8178FF863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99" creationId="{AEA9E1B9-4A6C-4B42-F962-67EDE2F25CB5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100" creationId="{7F0B0CA2-73BE-9015-4A0D-8F572F852AD8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101" creationId="{3B75DA19-C169-F2AD-0B74-82EC433CB2AE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102" creationId="{B41D65A0-C319-4238-63CE-76F01EDE375C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103" creationId="{7FDE39C0-66D1-75E6-E19F-46C009ABCABC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104" creationId="{E637B90A-5CA8-4DE4-B587-6660C37FA518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105" creationId="{4EAD0742-E9E4-2523-39BB-FD64314665C6}"/>
          </ac:spMkLst>
        </pc:spChg>
        <pc:spChg chg="add mod">
          <ac:chgData name="Minou Emmad" userId="112aa7426e44f9cf" providerId="LiveId" clId="{50798B8E-1C58-47EC-94BC-12D25EFCE867}" dt="2026-06-30T00:29:55.081" v="42" actId="571"/>
          <ac:spMkLst>
            <pc:docMk/>
            <pc:sldMk cId="0" sldId="256"/>
            <ac:spMk id="106" creationId="{379DE17B-FE63-0384-60B2-0305E18FE125}"/>
          </ac:spMkLst>
        </pc:spChg>
        <pc:spChg chg="add mod">
          <ac:chgData name="Minou Emmad" userId="112aa7426e44f9cf" providerId="LiveId" clId="{50798B8E-1C58-47EC-94BC-12D25EFCE867}" dt="2026-06-30T00:36:18.454" v="93" actId="571"/>
          <ac:spMkLst>
            <pc:docMk/>
            <pc:sldMk cId="0" sldId="256"/>
            <ac:spMk id="109" creationId="{DC02BDBA-62AA-8565-0ED1-D2A9915E04E3}"/>
          </ac:spMkLst>
        </pc:spChg>
        <pc:spChg chg="add mod">
          <ac:chgData name="Minou Emmad" userId="112aa7426e44f9cf" providerId="LiveId" clId="{50798B8E-1C58-47EC-94BC-12D25EFCE867}" dt="2026-06-30T00:37:04.257" v="99" actId="571"/>
          <ac:spMkLst>
            <pc:docMk/>
            <pc:sldMk cId="0" sldId="256"/>
            <ac:spMk id="110" creationId="{C36B188A-AF10-66F6-D79E-3BF302833DC0}"/>
          </ac:spMkLst>
        </pc:spChg>
        <pc:spChg chg="add del mod">
          <ac:chgData name="Minou Emmad" userId="112aa7426e44f9cf" providerId="LiveId" clId="{50798B8E-1C58-47EC-94BC-12D25EFCE867}" dt="2026-06-30T00:39:54.480" v="158" actId="478"/>
          <ac:spMkLst>
            <pc:docMk/>
            <pc:sldMk cId="0" sldId="256"/>
            <ac:spMk id="113" creationId="{A7998AB2-1FBA-C9CF-B8F0-B343DF8D2C5C}"/>
          </ac:spMkLst>
        </pc:spChg>
        <pc:spChg chg="add mod">
          <ac:chgData name="Minou Emmad" userId="112aa7426e44f9cf" providerId="LiveId" clId="{50798B8E-1C58-47EC-94BC-12D25EFCE867}" dt="2026-06-30T00:42:13.653" v="193" actId="571"/>
          <ac:spMkLst>
            <pc:docMk/>
            <pc:sldMk cId="0" sldId="256"/>
            <ac:spMk id="114" creationId="{24A844A9-1E15-B520-834B-E8969493BEE5}"/>
          </ac:spMkLst>
        </pc:spChg>
        <pc:spChg chg="add mod">
          <ac:chgData name="Minou Emmad" userId="112aa7426e44f9cf" providerId="LiveId" clId="{50798B8E-1C58-47EC-94BC-12D25EFCE867}" dt="2026-06-30T00:43:00.113" v="208" actId="571"/>
          <ac:spMkLst>
            <pc:docMk/>
            <pc:sldMk cId="0" sldId="256"/>
            <ac:spMk id="115" creationId="{311DA174-E4FD-CB01-7F4C-1B779EEF848A}"/>
          </ac:spMkLst>
        </pc:spChg>
        <pc:spChg chg="add mod">
          <ac:chgData name="Minou Emmad" userId="112aa7426e44f9cf" providerId="LiveId" clId="{50798B8E-1C58-47EC-94BC-12D25EFCE867}" dt="2026-06-30T00:43:00.113" v="208" actId="571"/>
          <ac:spMkLst>
            <pc:docMk/>
            <pc:sldMk cId="0" sldId="256"/>
            <ac:spMk id="116" creationId="{51B12E8A-2212-DF6F-2E33-762BF8766A7B}"/>
          </ac:spMkLst>
        </pc:spChg>
        <pc:spChg chg="add mod">
          <ac:chgData name="Minou Emmad" userId="112aa7426e44f9cf" providerId="LiveId" clId="{50798B8E-1C58-47EC-94BC-12D25EFCE867}" dt="2026-06-30T00:43:06.462" v="210" actId="571"/>
          <ac:spMkLst>
            <pc:docMk/>
            <pc:sldMk cId="0" sldId="256"/>
            <ac:spMk id="117" creationId="{BE125A34-C5C6-8341-6B15-65D7C6762EF3}"/>
          </ac:spMkLst>
        </pc:spChg>
        <pc:spChg chg="add mod">
          <ac:chgData name="Minou Emmad" userId="112aa7426e44f9cf" providerId="LiveId" clId="{50798B8E-1C58-47EC-94BC-12D25EFCE867}" dt="2026-06-30T00:43:06.462" v="210" actId="571"/>
          <ac:spMkLst>
            <pc:docMk/>
            <pc:sldMk cId="0" sldId="256"/>
            <ac:spMk id="118" creationId="{A90226CC-0C69-0843-BC4E-F9A203DB6ABB}"/>
          </ac:spMkLst>
        </pc:spChg>
        <pc:picChg chg="del">
          <ac:chgData name="Minou Emmad" userId="112aa7426e44f9cf" providerId="LiveId" clId="{50798B8E-1C58-47EC-94BC-12D25EFCE867}" dt="2026-06-30T00:34:47.558" v="65" actId="478"/>
          <ac:picMkLst>
            <pc:docMk/>
            <pc:sldMk cId="0" sldId="256"/>
            <ac:picMk id="11" creationId="{00000000-0000-0000-0000-000000000000}"/>
          </ac:picMkLst>
        </pc:picChg>
        <pc:picChg chg="del mod">
          <ac:chgData name="Minou Emmad" userId="112aa7426e44f9cf" providerId="LiveId" clId="{50798B8E-1C58-47EC-94BC-12D25EFCE867}" dt="2026-06-30T00:36:01.376" v="91" actId="478"/>
          <ac:picMkLst>
            <pc:docMk/>
            <pc:sldMk cId="0" sldId="256"/>
            <ac:picMk id="31" creationId="{00000000-0000-0000-0000-000000000000}"/>
          </ac:picMkLst>
        </pc:picChg>
        <pc:picChg chg="mod modCrop">
          <ac:chgData name="Minou Emmad" userId="112aa7426e44f9cf" providerId="LiveId" clId="{50798B8E-1C58-47EC-94BC-12D25EFCE867}" dt="2026-06-30T00:26:59.234" v="6" actId="1076"/>
          <ac:picMkLst>
            <pc:docMk/>
            <pc:sldMk cId="0" sldId="256"/>
            <ac:picMk id="86" creationId="{00000000-0000-0000-0000-000000000000}"/>
          </ac:picMkLst>
        </pc:picChg>
        <pc:picChg chg="add mod">
          <ac:chgData name="Minou Emmad" userId="112aa7426e44f9cf" providerId="LiveId" clId="{50798B8E-1C58-47EC-94BC-12D25EFCE867}" dt="2026-06-30T00:35:28.279" v="84" actId="1076"/>
          <ac:picMkLst>
            <pc:docMk/>
            <pc:sldMk cId="0" sldId="256"/>
            <ac:picMk id="108" creationId="{B1DA4572-04B9-9D00-2F14-59596DBDE051}"/>
          </ac:picMkLst>
        </pc:picChg>
        <pc:picChg chg="add del mod modCrop">
          <ac:chgData name="Minou Emmad" userId="112aa7426e44f9cf" providerId="LiveId" clId="{50798B8E-1C58-47EC-94BC-12D25EFCE867}" dt="2026-06-30T00:42:28.059" v="195" actId="1076"/>
          <ac:picMkLst>
            <pc:docMk/>
            <pc:sldMk cId="0" sldId="256"/>
            <ac:picMk id="112" creationId="{0850DB6F-78EC-E72B-FDBD-B8D06ACC2EB3}"/>
          </ac:picMkLst>
        </pc:picChg>
        <pc:picChg chg="add mod">
          <ac:chgData name="Minou Emmad" userId="112aa7426e44f9cf" providerId="LiveId" clId="{50798B8E-1C58-47EC-94BC-12D25EFCE867}" dt="2026-06-30T00:50:31.532" v="217" actId="962"/>
          <ac:picMkLst>
            <pc:docMk/>
            <pc:sldMk cId="0" sldId="256"/>
            <ac:picMk id="120" creationId="{66767E80-9D8C-80A3-85E7-3BFF473A51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07008"/>
          </a:xfrm>
          <a:prstGeom prst="rect">
            <a:avLst/>
          </a:prstGeom>
          <a:solidFill>
            <a:srgbClr val="0C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82296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207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" y="91440"/>
            <a:ext cx="11704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How does Trikafta reshape CFTR conformations?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" y="1344168"/>
            <a:ext cx="2914336" cy="4480560"/>
          </a:xfrm>
          <a:prstGeom prst="rect">
            <a:avLst/>
          </a:prstGeom>
          <a:solidFill>
            <a:srgbClr val="C8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5448" y="1280160"/>
            <a:ext cx="2978344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5448" y="1280160"/>
            <a:ext cx="2978344" cy="384048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" y="1344168"/>
            <a:ext cx="30815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CF variants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566" y="5028937"/>
            <a:ext cx="2813752" cy="45719"/>
          </a:xfrm>
          <a:prstGeom prst="rect">
            <a:avLst/>
          </a:prstGeom>
          <a:solidFill>
            <a:srgbClr val="CC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433" y="5138796"/>
            <a:ext cx="302666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 err="1">
                <a:solidFill>
                  <a:srgbClr val="0C141C"/>
                </a:solidFill>
              </a:rPr>
              <a:t>Trikafta</a:t>
            </a:r>
            <a:r>
              <a:rPr sz="1050" b="0" i="0" dirty="0">
                <a:solidFill>
                  <a:srgbClr val="0C141C"/>
                </a:solidFill>
              </a:rPr>
              <a:t> corrects CFTR
folding in cystic fibrosis</a:t>
            </a:r>
          </a:p>
        </p:txBody>
      </p:sp>
      <p:sp>
        <p:nvSpPr>
          <p:cNvPr id="17" name="Can 16"/>
          <p:cNvSpPr/>
          <p:nvPr/>
        </p:nvSpPr>
        <p:spPr>
          <a:xfrm>
            <a:off x="3121423" y="3330962"/>
            <a:ext cx="329184" cy="402336"/>
          </a:xfrm>
          <a:prstGeom prst="can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30168" y="1344168"/>
            <a:ext cx="4572000" cy="4480560"/>
          </a:xfrm>
          <a:prstGeom prst="rect">
            <a:avLst/>
          </a:prstGeom>
          <a:solidFill>
            <a:srgbClr val="C8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41148" y="1253348"/>
            <a:ext cx="4572000" cy="4480560"/>
          </a:xfrm>
          <a:prstGeom prst="rect">
            <a:avLst/>
          </a:prstGeom>
          <a:solidFill>
            <a:srgbClr val="F6F8FA"/>
          </a:solidFill>
          <a:ln w="19050">
            <a:solidFill>
              <a:srgbClr val="8896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8935" y="1298448"/>
            <a:ext cx="4352544" cy="991920"/>
          </a:xfrm>
          <a:prstGeom prst="rect">
            <a:avLst/>
          </a:prstGeom>
          <a:solidFill>
            <a:srgbClr val="DEF2F2"/>
          </a:solidFill>
          <a:ln w="1905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74394" y="1303330"/>
            <a:ext cx="4352544" cy="329184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3742" y="1355758"/>
            <a:ext cx="41696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Cryo-EM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4447" y="2524220"/>
            <a:ext cx="4352544" cy="1335024"/>
          </a:xfrm>
          <a:prstGeom prst="rect">
            <a:avLst/>
          </a:prstGeom>
          <a:solidFill>
            <a:srgbClr val="FBEEE0"/>
          </a:solidFill>
          <a:ln w="19050">
            <a:solidFill>
              <a:srgbClr val="BF5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79871" y="2516795"/>
            <a:ext cx="4352544" cy="329184"/>
          </a:xfrm>
          <a:prstGeom prst="rect">
            <a:avLst/>
          </a:prstGeom>
          <a:solidFill>
            <a:srgbClr val="BF5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84447" y="2553462"/>
            <a:ext cx="41696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Class confusion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5887" y="4224528"/>
            <a:ext cx="4352544" cy="329184"/>
          </a:xfrm>
          <a:prstGeom prst="rect">
            <a:avLst/>
          </a:prstGeom>
          <a:solidFill>
            <a:srgbClr val="196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67328" y="4270248"/>
            <a:ext cx="41696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FFFFFF"/>
                </a:solidFill>
              </a:rPr>
              <a:t>Fit </a:t>
            </a:r>
            <a:r>
              <a:rPr sz="1100" b="1" i="0" dirty="0">
                <a:solidFill>
                  <a:srgbClr val="FFFFFF"/>
                </a:solidFill>
              </a:rPr>
              <a:t>GMM</a:t>
            </a:r>
          </a:p>
        </p:txBody>
      </p:sp>
      <p:sp>
        <p:nvSpPr>
          <p:cNvPr id="32" name="Oval 31"/>
          <p:cNvSpPr/>
          <p:nvPr/>
        </p:nvSpPr>
        <p:spPr>
          <a:xfrm>
            <a:off x="3730752" y="3255264"/>
            <a:ext cx="1389888" cy="456102"/>
          </a:xfrm>
          <a:prstGeom prst="ellipse">
            <a:avLst/>
          </a:prstGeom>
          <a:solidFill>
            <a:srgbClr val="00998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157216" y="3255264"/>
            <a:ext cx="1389888" cy="456102"/>
          </a:xfrm>
          <a:prstGeom prst="ellipse">
            <a:avLst/>
          </a:prstGeom>
          <a:solidFill>
            <a:srgbClr val="1A6B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83679" y="3255264"/>
            <a:ext cx="1389888" cy="456102"/>
          </a:xfrm>
          <a:prstGeom prst="ellipse">
            <a:avLst/>
          </a:prstGeom>
          <a:solidFill>
            <a:srgbClr val="2A9D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36887" y="3309996"/>
            <a:ext cx="361370" cy="346638"/>
          </a:xfrm>
          <a:prstGeom prst="ellipse">
            <a:avLst/>
          </a:prstGeom>
          <a:solidFill>
            <a:srgbClr val="789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963351" y="3309996"/>
            <a:ext cx="361370" cy="346638"/>
          </a:xfrm>
          <a:prstGeom prst="ellipse">
            <a:avLst/>
          </a:prstGeom>
          <a:solidFill>
            <a:srgbClr val="6A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30416" y="3333877"/>
            <a:ext cx="109728" cy="109728"/>
          </a:xfrm>
          <a:prstGeom prst="ellipse">
            <a:avLst/>
          </a:prstGeom>
          <a:solidFill>
            <a:srgbClr val="009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137234" y="3377156"/>
            <a:ext cx="109728" cy="109728"/>
          </a:xfrm>
          <a:prstGeom prst="ellipse">
            <a:avLst/>
          </a:prstGeom>
          <a:solidFill>
            <a:srgbClr val="009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635126" y="3476179"/>
            <a:ext cx="109728" cy="109728"/>
          </a:xfrm>
          <a:prstGeom prst="ellipse">
            <a:avLst/>
          </a:prstGeom>
          <a:solidFill>
            <a:srgbClr val="009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803134" y="3347399"/>
            <a:ext cx="109728" cy="109728"/>
          </a:xfrm>
          <a:prstGeom prst="ellipse">
            <a:avLst/>
          </a:prstGeom>
          <a:solidFill>
            <a:srgbClr val="009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722194" y="3334922"/>
            <a:ext cx="109728" cy="109728"/>
          </a:xfrm>
          <a:prstGeom prst="ellipse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502852" y="3438764"/>
            <a:ext cx="109728" cy="109728"/>
          </a:xfrm>
          <a:prstGeom prst="ellipse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295576" y="3371833"/>
            <a:ext cx="109728" cy="109728"/>
          </a:xfrm>
          <a:prstGeom prst="ellipse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968164" y="3447408"/>
            <a:ext cx="109728" cy="109728"/>
          </a:xfrm>
          <a:prstGeom prst="ellipse">
            <a:avLst/>
          </a:prstGeom>
          <a:solidFill>
            <a:srgbClr val="1A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931261" y="3457087"/>
            <a:ext cx="109728" cy="109728"/>
          </a:xfrm>
          <a:prstGeom prst="ellipse">
            <a:avLst/>
          </a:prstGeom>
          <a:solidFill>
            <a:srgbClr val="2A9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566776" y="3329835"/>
            <a:ext cx="109728" cy="109728"/>
          </a:xfrm>
          <a:prstGeom prst="ellipse">
            <a:avLst/>
          </a:prstGeom>
          <a:solidFill>
            <a:srgbClr val="2A9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562880" y="3480860"/>
            <a:ext cx="109728" cy="109728"/>
          </a:xfrm>
          <a:prstGeom prst="ellipse">
            <a:avLst/>
          </a:prstGeom>
          <a:solidFill>
            <a:srgbClr val="2A9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060535" y="3362366"/>
            <a:ext cx="109728" cy="109728"/>
          </a:xfrm>
          <a:prstGeom prst="ellipse">
            <a:avLst/>
          </a:prstGeom>
          <a:solidFill>
            <a:srgbClr val="2A9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960837" y="3407891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540307" y="3364285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907463" y="3456450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887826" y="3479356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56044" y="3523599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105796" y="3447055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325127" y="3459140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340841" y="3451656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264400" y="3355034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032517" y="3399309"/>
            <a:ext cx="109728" cy="109728"/>
          </a:xfrm>
          <a:prstGeom prst="ellipse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31111" y="3419460"/>
            <a:ext cx="420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7575" y="3419460"/>
            <a:ext cx="420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4039" y="3419460"/>
            <a:ext cx="420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60669" y="2947699"/>
            <a:ext cx="4242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 dirty="0">
                <a:solidFill>
                  <a:srgbClr val="BF5A0A"/>
                </a:solidFill>
              </a:rPr>
              <a:t>Particle assignment uncertain near class boundaries</a:t>
            </a:r>
          </a:p>
        </p:txBody>
      </p:sp>
      <p:sp>
        <p:nvSpPr>
          <p:cNvPr id="81" name="Can 80"/>
          <p:cNvSpPr/>
          <p:nvPr/>
        </p:nvSpPr>
        <p:spPr>
          <a:xfrm>
            <a:off x="8174736" y="3319272"/>
            <a:ext cx="329184" cy="402336"/>
          </a:xfrm>
          <a:prstGeom prst="can">
            <a:avLst/>
          </a:prstGeom>
          <a:solidFill>
            <a:srgbClr val="196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385048" y="1344168"/>
            <a:ext cx="3712463" cy="4480560"/>
          </a:xfrm>
          <a:prstGeom prst="rect">
            <a:avLst/>
          </a:prstGeom>
          <a:solidFill>
            <a:srgbClr val="C8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321040" y="1280160"/>
            <a:ext cx="3712463" cy="4480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96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321040" y="1280160"/>
            <a:ext cx="3712463" cy="384048"/>
          </a:xfrm>
          <a:prstGeom prst="rect">
            <a:avLst/>
          </a:prstGeom>
          <a:solidFill>
            <a:srgbClr val="196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412480" y="1344168"/>
            <a:ext cx="35478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Corrected populations</a:t>
            </a:r>
          </a:p>
        </p:txBody>
      </p:sp>
      <p:pic>
        <p:nvPicPr>
          <p:cNvPr id="86" name="Picture 85" descr="result_crop.png"/>
          <p:cNvPicPr>
            <a:picLocks noChangeAspect="1"/>
          </p:cNvPicPr>
          <p:nvPr/>
        </p:nvPicPr>
        <p:blipFill>
          <a:blip r:embed="rId2"/>
          <a:srcRect t="-476"/>
          <a:stretch>
            <a:fillRect/>
          </a:stretch>
        </p:blipFill>
        <p:spPr>
          <a:xfrm>
            <a:off x="8361761" y="2466507"/>
            <a:ext cx="3768286" cy="1944513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394192" y="5486400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 dirty="0">
                <a:solidFill>
                  <a:srgbClr val="8896A2"/>
                </a:solidFill>
              </a:rPr>
              <a:t>Flatiron Institute (2025)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769" y="5820156"/>
            <a:ext cx="12188952" cy="1033271"/>
          </a:xfrm>
          <a:prstGeom prst="rect">
            <a:avLst/>
          </a:prstGeom>
          <a:solidFill>
            <a:srgbClr val="0C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9" name="Rectangle 88"/>
          <p:cNvSpPr/>
          <p:nvPr/>
        </p:nvSpPr>
        <p:spPr>
          <a:xfrm>
            <a:off x="0" y="5824728"/>
            <a:ext cx="201168" cy="1033271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92608" y="5879592"/>
            <a:ext cx="1179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Correcting cryo-EM class errors → accurate CFTR drug-response mapping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492774" y="2290814"/>
            <a:ext cx="237744" cy="273924"/>
          </a:xfrm>
          <a:prstGeom prst="downArrow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Down Arrow 22">
            <a:extLst>
              <a:ext uri="{FF2B5EF4-FFF2-40B4-BE49-F238E27FC236}">
                <a16:creationId xmlns:a16="http://schemas.microsoft.com/office/drawing/2014/main" id="{3FB3000D-F581-D48A-79BD-0158B08B2877}"/>
              </a:ext>
            </a:extLst>
          </p:cNvPr>
          <p:cNvSpPr/>
          <p:nvPr/>
        </p:nvSpPr>
        <p:spPr>
          <a:xfrm>
            <a:off x="5749014" y="4067982"/>
            <a:ext cx="237744" cy="273924"/>
          </a:xfrm>
          <a:prstGeom prst="downArrow">
            <a:avLst/>
          </a:prstGeom>
          <a:solidFill>
            <a:srgbClr val="889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8" name="Picture 107" descr="The image depicts a visual representation of a molecular structure, possibly a protein or DNA segment, annotated with various identifiers and numbers, including VX661, VX809, NBD1, and TMD1, with a color key indicating different domains.&#10;&#10;AI-generated content may be incorrect.">
            <a:extLst>
              <a:ext uri="{FF2B5EF4-FFF2-40B4-BE49-F238E27FC236}">
                <a16:creationId xmlns:a16="http://schemas.microsoft.com/office/drawing/2014/main" id="{B1DA4572-04B9-9D00-2F14-59596DBDE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23" y="1773006"/>
            <a:ext cx="1987602" cy="3123831"/>
          </a:xfrm>
          <a:prstGeom prst="rect">
            <a:avLst/>
          </a:prstGeom>
        </p:spPr>
      </p:pic>
      <p:pic>
        <p:nvPicPr>
          <p:cNvPr id="112" name="Picture 111" descr="The image depicts a scatter plot with ellipses representing the distributions of particle positions for different classes, showing the relative probabilities of each class for a given particle.&#10;&#10;AI-generated content may be incorrect.">
            <a:extLst>
              <a:ext uri="{FF2B5EF4-FFF2-40B4-BE49-F238E27FC236}">
                <a16:creationId xmlns:a16="http://schemas.microsoft.com/office/drawing/2014/main" id="{0850DB6F-78EC-E72B-FDBD-B8D06ACC2E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397" b="433"/>
          <a:stretch>
            <a:fillRect/>
          </a:stretch>
        </p:blipFill>
        <p:spPr>
          <a:xfrm>
            <a:off x="3767328" y="4561452"/>
            <a:ext cx="3977631" cy="1147878"/>
          </a:xfrm>
          <a:prstGeom prst="rect">
            <a:avLst/>
          </a:prstGeom>
        </p:spPr>
      </p:pic>
      <p:pic>
        <p:nvPicPr>
          <p:cNvPr id="120" name="Picture 119" descr="This image is a series of black and white images showing a pattern of concentric circles or dots, possibly suggesting a diffraction pattern or a radial layout.&#10;&#10;AI-generated content may be incorrect.">
            <a:extLst>
              <a:ext uri="{FF2B5EF4-FFF2-40B4-BE49-F238E27FC236}">
                <a16:creationId xmlns:a16="http://schemas.microsoft.com/office/drawing/2014/main" id="{66767E80-9D8C-80A3-85E7-3BFF473A5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634" y="1295465"/>
            <a:ext cx="2564405" cy="10101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47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Minou Emmad</cp:lastModifiedBy>
  <cp:revision>1</cp:revision>
  <dcterms:created xsi:type="dcterms:W3CDTF">2013-01-27T09:14:16Z</dcterms:created>
  <dcterms:modified xsi:type="dcterms:W3CDTF">2026-06-30T00:50:44Z</dcterms:modified>
  <cp:category/>
</cp:coreProperties>
</file>